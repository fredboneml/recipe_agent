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Flavour Inspiration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Flavour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Peach Apricot</a:t>
            </a:r>
          </a:p>
          <a:p>
            <a:pPr>
              <a:spcAft>
                <a:spcPts val="1200"/>
              </a:spcAft>
            </a:pPr>
            <a:r>
              <a:t>Fruit: Yellow peach particulates, max 12mm in size. Can also use a peach puree. Apricot Puree. Fruit content to be &gt;30%.</a:t>
            </a:r>
            <a:br/>
            <a:r>
              <a:t>Flavour profile: Balanced peach and apricot flavours. Sweetness and slight tartness of the fruit.</a:t>
            </a:r>
            <a:br/>
            <a:r>
              <a:t>Colour: Vibrant deep orange colour with visible particulates. All N1 colours are available for development.</a:t>
            </a:r>
          </a:p>
          <a:p>
            <a:pPr>
              <a:spcAft>
                <a:spcPts val="1200"/>
              </a:spcAft>
            </a:pPr>
            <a:r>
              <a:t>Orange, Mandarin &amp; Lime – Same prep as the 2020 720g Limited Batch rotate. Agrana code - 521108</a:t>
            </a:r>
          </a:p>
          <a:p>
            <a:r>
              <a:t>Peach Raspberry – Same prep as was developed in 2021. Review pricing for a potential March 2023 launch. Code: L01 – prep was approved to the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Fruit Prep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Particles Size: 12mm max</a:t>
            </a:r>
          </a:p>
          <a:p>
            <a:r>
              <a:t>Amount of Fruit: &gt;30%</a:t>
            </a:r>
          </a:p>
          <a:p>
            <a:r>
              <a:t>pH/Acidity: &lt;4.1</a:t>
            </a:r>
          </a:p>
          <a:p>
            <a:r>
              <a:t>Brix: Fruit 30°+/-5°, Syrup 50°+/-5°</a:t>
            </a:r>
          </a:p>
          <a:p>
            <a:r>
              <a:t>Viscosity (20°C 60 seconds): 6–9 +/- 2 cm</a:t>
            </a:r>
          </a:p>
          <a:p>
            <a:r>
              <a:t>Key Product Claims: No Preservatives, Artificial Colours or Flavours</a:t>
            </a:r>
          </a:p>
          <a:p>
            <a:r>
              <a:t>Allowed Stabilization System: Modified Starch (1442), Pectin (440), Guar (412), Xanthan (415), LBG (410)</a:t>
            </a:r>
          </a:p>
          <a:p>
            <a:r>
              <a:t>Allowed Acidifying Agents: Citric, Malic, Lactic or Ascorbic Acid</a:t>
            </a:r>
          </a:p>
          <a:p>
            <a:r>
              <a:t>Allowed Flavouring Agents: Only Natural Flavours</a:t>
            </a:r>
          </a:p>
          <a:p>
            <a:r>
              <a:t>Allowed Colouring Agents: Natural Colours as per Natcol N1</a:t>
            </a:r>
          </a:p>
          <a:p>
            <a:r>
              <a:t>Allowed Allergen: Milk containing products</a:t>
            </a:r>
          </a:p>
          <a:p>
            <a:r>
              <a:t>Religious Certification: Halal &amp; Kosher Preferred</a:t>
            </a:r>
          </a:p>
          <a:p>
            <a:r>
              <a:t>Shelf Life: Min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&amp;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Sustainability: Coffee and Cocoa used must be responsibly sourced (Fair Trade, UTZ, Cocoa Horizons, Rainforest Alliance etc.)</a:t>
            </a:r>
          </a:p>
          <a:p/>
          <a:p>
            <a:r>
              <a:t>Packaging Format: 800 – 1000kg Totes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FRUIT COST/kg: $4.40 – 4.50/kg</a:t>
            </a:r>
          </a:p>
          <a:p/>
          <a:p>
            <a:r>
              <a:t>Above is the target cost/kg for this brief. Chobani is requiring increased scrutiny on new product margins across all categories.</a:t>
            </a:r>
          </a:p>
          <a:p>
            <a:r>
              <a:t>All product pricing should be provided to Procurement Leads only noted on the top of the brief.</a:t>
            </a:r>
          </a:p>
          <a:p/>
          <a:p>
            <a:r>
              <a:t>ESTIMATED DEMAND: 32–35 Tonne/year</a:t>
            </a:r>
          </a:p>
          <a:p/>
          <a:p>
            <a:r>
              <a:t>*Provided volumes are forecasted estimates and are not a volume commitment/guarantee.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Requested Paperwork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sample submission should be joined by:</a:t>
            </a:r>
          </a:p>
          <a:p>
            <a:r>
              <a:t>- Costing, MOQ and Leadtime information</a:t>
            </a:r>
          </a:p>
          <a:p>
            <a:r>
              <a:t>- Interim specification – Ingredients declaration, NIP + dietary fibre &amp; calcium, Country of origin declaration, Certificate of analysis, pH, Brix and viscosity, Warranties with national regulation (halal, kosher, allergen, etc)</a:t>
            </a:r>
          </a:p>
          <a:p>
            <a:r>
              <a:t>- Winning sample: Should be joined by a PIF including Country of Origin annexe and the lupin new allergen declaration, as well as the relevant certificates (Halal and/or Kosher).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